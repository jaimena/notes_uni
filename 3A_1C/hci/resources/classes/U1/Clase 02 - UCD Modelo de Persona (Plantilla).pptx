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7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91B4E1F2-1EF1-4ADA-9A30-030B74338957}" type="datetime1">
              <a:rPr lang="en-GB"/>
              <a:pPr>
                <a:defRPr/>
              </a:pPr>
              <a:t>12/08/2019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40223E46-74D2-43EB-B0E1-7FB28D583E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9998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E4E93-6955-43D4-8B6C-2062FE2584C7}" type="datetime1">
              <a:rPr lang="en-GB"/>
              <a:pPr>
                <a:defRPr/>
              </a:pPr>
              <a:t>12/08/2019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3FEC74-2F72-42E4-8C74-FEF1591C64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785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FF7F2-B430-469B-8D97-FAFD1824E783}" type="datetime1">
              <a:rPr lang="en-GB"/>
              <a:pPr>
                <a:defRPr/>
              </a:pPr>
              <a:t>12/08/2019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79FD1-174F-4B98-8879-8C7C898BC2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56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77C3C7-A978-4FC6-893F-6F1808672E2C}" type="datetime1">
              <a:rPr lang="en-GB"/>
              <a:pPr>
                <a:defRPr/>
              </a:pPr>
              <a:t>12/08/2019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6A8FA-F900-4646-98F4-55ED40A13C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283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1AB31-221F-47FA-A875-4256DD9CE23D}" type="datetime1">
              <a:rPr lang="en-GB"/>
              <a:pPr>
                <a:defRPr/>
              </a:pPr>
              <a:t>12/08/2019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D31205-DC70-4BCB-873C-7E5CFDCEED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0444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EB9C7E-5B90-4FAC-903A-F436F048E4DC}" type="datetime1">
              <a:rPr lang="en-GB"/>
              <a:pPr>
                <a:defRPr/>
              </a:pPr>
              <a:t>12/08/2019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F2BD22-8554-4012-B497-569731D4A7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759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6663B8-AAD9-4967-84A6-655781FCAB78}" type="datetime1">
              <a:rPr lang="en-GB"/>
              <a:pPr>
                <a:defRPr/>
              </a:pPr>
              <a:t>12/08/2019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9957EF-5ECA-46C0-805F-37C6C81454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03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9F2275-B3CF-4713-A403-1D785BF9A508}" type="datetime1">
              <a:rPr lang="en-GB"/>
              <a:pPr>
                <a:defRPr/>
              </a:pPr>
              <a:t>12/08/2019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82C552-70DB-4AB3-8288-3C01BD6118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255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5BD5B7-BF3E-418F-A521-F48E57E95920}" type="datetime1">
              <a:rPr lang="en-GB"/>
              <a:pPr>
                <a:defRPr/>
              </a:pPr>
              <a:t>12/08/2019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714124-F039-42FA-9CFB-91279C80B4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917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54288B-8D95-4808-9BB4-02AD5FDD78EE}" type="datetime1">
              <a:rPr lang="en-GB"/>
              <a:pPr>
                <a:defRPr/>
              </a:pPr>
              <a:t>12/08/2019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69666-79D4-46EB-BA4D-D509F7A72B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7329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9A254-AD87-4A38-B7B2-8085B3AD5EF6}" type="datetime1">
              <a:rPr lang="en-GB"/>
              <a:pPr>
                <a:defRPr/>
              </a:pPr>
              <a:t>12/08/2019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FFFA37-9DA6-4073-BAEE-A9F6C25907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415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06D113-5C36-4A56-BF1D-B46277D33463}" type="datetime1">
              <a:rPr lang="en-GB"/>
              <a:pPr>
                <a:defRPr/>
              </a:pPr>
              <a:t>12/08/2019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70C937-8C76-448C-AAA1-3AE08C1F37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729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fld id="{727A8356-C3D1-49FE-9C12-8DC858B94325}" type="datetime1">
              <a:rPr lang="en-GB"/>
              <a:pPr>
                <a:defRPr/>
              </a:pPr>
              <a:t>12/08/2019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fld id="{11A4A9A5-CF8D-432D-B5CA-A7A4BBC810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-128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908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2051" name="TextBox 5"/>
          <p:cNvSpPr txBox="1">
            <a:spLocks noChangeArrowheads="1"/>
          </p:cNvSpPr>
          <p:nvPr/>
        </p:nvSpPr>
        <p:spPr bwMode="auto">
          <a:xfrm>
            <a:off x="611188" y="195262"/>
            <a:ext cx="7994650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s-AR" sz="3200" dirty="0">
                <a:solidFill>
                  <a:schemeClr val="bg1"/>
                </a:solidFill>
                <a:latin typeface="Calibri" pitchFamily="34" charset="0"/>
              </a:rPr>
              <a:t>Nombre</a:t>
            </a:r>
          </a:p>
          <a:p>
            <a:pPr eaLnBrk="1" hangingPunct="1"/>
            <a:br>
              <a:rPr lang="es-AR" sz="1400" dirty="0">
                <a:latin typeface="Calibri" pitchFamily="34" charset="0"/>
              </a:rPr>
            </a:br>
            <a:endParaRPr lang="es-AR" sz="1400" dirty="0">
              <a:latin typeface="Calibri" pitchFamily="34" charset="0"/>
            </a:endParaRPr>
          </a:p>
          <a:p>
            <a:pPr eaLnBrk="1" hangingPunct="1"/>
            <a:r>
              <a:rPr lang="es-AR" sz="1400" dirty="0">
                <a:latin typeface="Calibri" pitchFamily="34" charset="0"/>
              </a:rPr>
              <a:t>Atributos: género, edad, ocupación, </a:t>
            </a:r>
          </a:p>
          <a:p>
            <a:pPr eaLnBrk="1" hangingPunct="1"/>
            <a:r>
              <a:rPr lang="es-AR" sz="1400" dirty="0">
                <a:latin typeface="Calibri" pitchFamily="34" charset="0"/>
              </a:rPr>
              <a:t>nacionalidad, lugar de residencia,</a:t>
            </a:r>
          </a:p>
          <a:p>
            <a:pPr eaLnBrk="1" hangingPunct="1"/>
            <a:r>
              <a:rPr lang="es-AR" sz="1400" dirty="0">
                <a:latin typeface="Calibri" pitchFamily="34" charset="0"/>
              </a:rPr>
              <a:t>nivel de educación, nivel socioeconómico,</a:t>
            </a:r>
          </a:p>
          <a:p>
            <a:pPr eaLnBrk="1" hangingPunct="1"/>
            <a:r>
              <a:rPr lang="es-AR" sz="1400" dirty="0">
                <a:latin typeface="Calibri" pitchFamily="34" charset="0"/>
              </a:rPr>
              <a:t>confort con la tecnología, etc.</a:t>
            </a:r>
          </a:p>
        </p:txBody>
      </p:sp>
      <p:cxnSp>
        <p:nvCxnSpPr>
          <p:cNvPr id="6" name="Straight Connector 5"/>
          <p:cNvCxnSpPr/>
          <p:nvPr/>
        </p:nvCxnSpPr>
        <p:spPr>
          <a:xfrm rot="5400000">
            <a:off x="1654969" y="3680619"/>
            <a:ext cx="4824412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3" name="TextBox 12"/>
          <p:cNvSpPr txBox="1">
            <a:spLocks noChangeArrowheads="1"/>
          </p:cNvSpPr>
          <p:nvPr/>
        </p:nvSpPr>
        <p:spPr bwMode="auto">
          <a:xfrm>
            <a:off x="4427538" y="1150938"/>
            <a:ext cx="424815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s-AR" sz="1400" dirty="0">
                <a:latin typeface="Calibri" pitchFamily="34" charset="0"/>
                <a:cs typeface="+mn-cs"/>
              </a:rPr>
              <a:t>Descripción</a:t>
            </a:r>
            <a:r>
              <a:rPr lang="es-AR" sz="1400" dirty="0">
                <a:latin typeface="Calibri" pitchFamily="34" charset="0"/>
              </a:rPr>
              <a:t>:</a:t>
            </a:r>
            <a:endParaRPr lang="es-AR" sz="1400" dirty="0">
              <a:latin typeface="Calibri" pitchFamily="34" charset="0"/>
              <a:cs typeface="+mn-cs"/>
            </a:endParaRPr>
          </a:p>
          <a:p>
            <a:pPr>
              <a:defRPr/>
            </a:pPr>
            <a:endParaRPr lang="es-MX" sz="1200" dirty="0">
              <a:solidFill>
                <a:srgbClr val="7F7F7F"/>
              </a:solidFill>
              <a:latin typeface="Calibri" pitchFamily="34" charset="0"/>
              <a:cs typeface="+mn-cs"/>
            </a:endParaRPr>
          </a:p>
          <a:p>
            <a:pPr>
              <a:defRPr/>
            </a:pPr>
            <a:endParaRPr lang="es-MX" sz="1200" dirty="0">
              <a:solidFill>
                <a:srgbClr val="7F7F7F"/>
              </a:solidFill>
              <a:latin typeface="Calibri" pitchFamily="34" charset="0"/>
              <a:cs typeface="+mn-cs"/>
            </a:endParaRPr>
          </a:p>
          <a:p>
            <a:pPr>
              <a:defRPr/>
            </a:pPr>
            <a:endParaRPr lang="es-MX" sz="1200" dirty="0">
              <a:solidFill>
                <a:srgbClr val="7F7F7F"/>
              </a:solidFill>
              <a:latin typeface="Calibri" pitchFamily="34" charset="0"/>
              <a:cs typeface="+mn-cs"/>
            </a:endParaRPr>
          </a:p>
          <a:p>
            <a:pPr>
              <a:defRPr/>
            </a:pPr>
            <a:endParaRPr lang="es-AR" sz="1200" dirty="0">
              <a:solidFill>
                <a:srgbClr val="7F7F7F"/>
              </a:solidFill>
              <a:latin typeface="Calibri" pitchFamily="34" charset="0"/>
              <a:cs typeface="+mn-cs"/>
            </a:endParaRPr>
          </a:p>
          <a:p>
            <a:pPr>
              <a:defRPr/>
            </a:pPr>
            <a:r>
              <a:rPr lang="es-AR" sz="1400" dirty="0">
                <a:latin typeface="Calibri" pitchFamily="34" charset="0"/>
                <a:cs typeface="+mn-cs"/>
              </a:rPr>
              <a:t>Motivaciones</a:t>
            </a:r>
            <a:r>
              <a:rPr lang="es-AR" sz="1400" dirty="0">
                <a:latin typeface="Calibri" pitchFamily="34" charset="0"/>
              </a:rPr>
              <a:t>:</a:t>
            </a:r>
            <a:endParaRPr lang="es-AR" sz="1400" dirty="0">
              <a:latin typeface="Calibri" pitchFamily="34" charset="0"/>
              <a:cs typeface="+mn-cs"/>
            </a:endParaRPr>
          </a:p>
          <a:p>
            <a:pPr>
              <a:defRPr/>
            </a:pPr>
            <a:endParaRPr lang="es-MX" sz="1200" dirty="0">
              <a:solidFill>
                <a:srgbClr val="7F7F7F"/>
              </a:solidFill>
              <a:latin typeface="Calibri" pitchFamily="34" charset="0"/>
              <a:cs typeface="+mn-cs"/>
            </a:endParaRPr>
          </a:p>
          <a:p>
            <a:pPr>
              <a:defRPr/>
            </a:pPr>
            <a:endParaRPr lang="es-MX" sz="1200" dirty="0">
              <a:solidFill>
                <a:srgbClr val="7F7F7F"/>
              </a:solidFill>
              <a:latin typeface="Calibri" pitchFamily="34" charset="0"/>
              <a:cs typeface="+mn-cs"/>
            </a:endParaRPr>
          </a:p>
          <a:p>
            <a:pPr>
              <a:defRPr/>
            </a:pPr>
            <a:endParaRPr lang="es-MX" sz="1200" dirty="0">
              <a:solidFill>
                <a:srgbClr val="7F7F7F"/>
              </a:solidFill>
              <a:latin typeface="Calibri" pitchFamily="34" charset="0"/>
              <a:cs typeface="+mn-cs"/>
            </a:endParaRPr>
          </a:p>
          <a:p>
            <a:pPr>
              <a:defRPr/>
            </a:pPr>
            <a:endParaRPr lang="es-AR" sz="1200" dirty="0">
              <a:solidFill>
                <a:srgbClr val="7F7F7F"/>
              </a:solidFill>
              <a:latin typeface="Calibri" pitchFamily="34" charset="0"/>
              <a:cs typeface="+mn-cs"/>
            </a:endParaRPr>
          </a:p>
          <a:p>
            <a:pPr>
              <a:defRPr/>
            </a:pPr>
            <a:r>
              <a:rPr lang="es-AR" sz="1400" dirty="0">
                <a:latin typeface="Calibri" pitchFamily="34" charset="0"/>
                <a:cs typeface="+mn-cs"/>
              </a:rPr>
              <a:t>Escenarios:</a:t>
            </a:r>
          </a:p>
          <a:p>
            <a:pPr>
              <a:defRPr/>
            </a:pPr>
            <a:endParaRPr lang="es-AR" sz="1200" dirty="0">
              <a:solidFill>
                <a:srgbClr val="7F7F7F"/>
              </a:solidFill>
              <a:latin typeface="Calibri" pitchFamily="34" charset="0"/>
              <a:cs typeface="+mn-cs"/>
            </a:endParaRPr>
          </a:p>
          <a:p>
            <a:pPr>
              <a:defRPr/>
            </a:pPr>
            <a:endParaRPr lang="es-MX" sz="1200" dirty="0">
              <a:latin typeface="Calibri" pitchFamily="34" charset="0"/>
              <a:cs typeface="+mn-cs"/>
            </a:endParaRPr>
          </a:p>
          <a:p>
            <a:pPr>
              <a:defRPr/>
            </a:pPr>
            <a:endParaRPr lang="es-AR" sz="1200" dirty="0">
              <a:latin typeface="Calibri" pitchFamily="34" charset="0"/>
              <a:cs typeface="+mn-cs"/>
            </a:endParaRPr>
          </a:p>
          <a:p>
            <a:pPr>
              <a:defRPr/>
            </a:pPr>
            <a:endParaRPr lang="es-AR" sz="1200" dirty="0">
              <a:latin typeface="Calibri" pitchFamily="34" charset="0"/>
              <a:cs typeface="+mn-cs"/>
            </a:endParaRPr>
          </a:p>
          <a:p>
            <a:pPr>
              <a:defRPr/>
            </a:pPr>
            <a:r>
              <a:rPr lang="es-AR" sz="1400" dirty="0">
                <a:latin typeface="Calibri" pitchFamily="34" charset="0"/>
                <a:cs typeface="+mn-cs"/>
              </a:rPr>
              <a:t>Características deseadas:</a:t>
            </a:r>
          </a:p>
          <a:p>
            <a:pPr>
              <a:defRPr/>
            </a:pPr>
            <a:endParaRPr lang="es-MX" sz="1200" dirty="0">
              <a:solidFill>
                <a:srgbClr val="7F7F7F"/>
              </a:solidFill>
              <a:latin typeface="Calibri" pitchFamily="34" charset="0"/>
              <a:cs typeface="+mn-cs"/>
            </a:endParaRPr>
          </a:p>
          <a:p>
            <a:pPr>
              <a:defRPr/>
            </a:pPr>
            <a:endParaRPr lang="es-MX" sz="1200" dirty="0">
              <a:solidFill>
                <a:srgbClr val="7F7F7F"/>
              </a:solidFill>
              <a:latin typeface="Calibri" pitchFamily="34" charset="0"/>
              <a:cs typeface="+mn-cs"/>
            </a:endParaRPr>
          </a:p>
          <a:p>
            <a:pPr>
              <a:defRPr/>
            </a:pPr>
            <a:endParaRPr lang="es-MX" sz="1200" dirty="0">
              <a:solidFill>
                <a:srgbClr val="7F7F7F"/>
              </a:solidFill>
              <a:latin typeface="Calibri" pitchFamily="34" charset="0"/>
              <a:cs typeface="+mn-cs"/>
            </a:endParaRPr>
          </a:p>
          <a:p>
            <a:pPr>
              <a:defRPr/>
            </a:pPr>
            <a:endParaRPr lang="es-AR" sz="1200" dirty="0">
              <a:solidFill>
                <a:srgbClr val="7F7F7F"/>
              </a:solidFill>
              <a:latin typeface="Calibri" pitchFamily="34" charset="0"/>
              <a:cs typeface="+mn-cs"/>
            </a:endParaRPr>
          </a:p>
          <a:p>
            <a:pPr>
              <a:defRPr/>
            </a:pPr>
            <a:r>
              <a:rPr lang="es-AR" sz="1400" dirty="0">
                <a:latin typeface="Calibri" pitchFamily="34" charset="0"/>
                <a:cs typeface="+mn-cs"/>
              </a:rPr>
              <a:t>Comportamientos esperados:</a:t>
            </a:r>
            <a:br>
              <a:rPr lang="es-AR" sz="1200" dirty="0">
                <a:latin typeface="Calibri" pitchFamily="34" charset="0"/>
                <a:cs typeface="+mn-cs"/>
              </a:rPr>
            </a:br>
            <a:endParaRPr lang="es-AR" sz="1200" dirty="0">
              <a:latin typeface="Calibri" pitchFamily="34" charset="0"/>
              <a:cs typeface="+mn-cs"/>
            </a:endParaRPr>
          </a:p>
          <a:p>
            <a:pPr>
              <a:defRPr/>
            </a:pPr>
            <a:endParaRPr lang="es-MX" sz="1200" dirty="0">
              <a:latin typeface="Calibri" pitchFamily="34" charset="0"/>
              <a:cs typeface="+mn-cs"/>
            </a:endParaRPr>
          </a:p>
          <a:p>
            <a:pPr>
              <a:defRPr/>
            </a:pPr>
            <a:endParaRPr lang="es-MX" sz="1200" dirty="0">
              <a:latin typeface="Calibri" pitchFamily="34" charset="0"/>
              <a:cs typeface="+mn-cs"/>
            </a:endParaRPr>
          </a:p>
          <a:p>
            <a:pPr>
              <a:defRPr/>
            </a:pPr>
            <a:endParaRPr lang="es-MX" sz="1200" dirty="0">
              <a:latin typeface="Calibri" pitchFamily="34" charset="0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4375" y="2349500"/>
            <a:ext cx="2955925" cy="3743325"/>
          </a:xfrm>
          <a:prstGeom prst="rect">
            <a:avLst/>
          </a:prstGeom>
          <a:solidFill>
            <a:schemeClr val="bg2"/>
          </a:solidFill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AR" sz="1400" dirty="0">
                <a:solidFill>
                  <a:schemeClr val="tx1"/>
                </a:solidFill>
              </a:rPr>
              <a:t>Foto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Persona (1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Persona (1)</Template>
  <TotalTime>18</TotalTime>
  <Words>14</Words>
  <Application>Microsoft Office PowerPoint</Application>
  <PresentationFormat>On-screen Show (4:3)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Persona (1)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Avatar</dc:creator>
  <cp:lastModifiedBy>Gonzalo</cp:lastModifiedBy>
  <cp:revision>7</cp:revision>
  <dcterms:created xsi:type="dcterms:W3CDTF">2013-03-18T21:30:08Z</dcterms:created>
  <dcterms:modified xsi:type="dcterms:W3CDTF">2019-08-12T21:27:50Z</dcterms:modified>
</cp:coreProperties>
</file>